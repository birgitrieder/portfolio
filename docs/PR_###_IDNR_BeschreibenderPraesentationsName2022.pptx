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264" r:id="rId5"/>
    <p:sldId id="258" r:id="rId6"/>
    <p:sldId id="262" r:id="rId7"/>
    <p:sldId id="263" r:id="rId8"/>
    <p:sldId id="265" r:id="rId9"/>
    <p:sldId id="259" r:id="rId10"/>
    <p:sldId id="261" r:id="rId11"/>
    <p:sldId id="260" r:id="rId1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B3B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39" autoAdjust="0"/>
    <p:restoredTop sz="94629" autoAdjust="0"/>
  </p:normalViewPr>
  <p:slideViewPr>
    <p:cSldViewPr>
      <p:cViewPr varScale="1">
        <p:scale>
          <a:sx n="81" d="100"/>
          <a:sy n="81" d="100"/>
        </p:scale>
        <p:origin x="811" y="3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42B86-53D4-4F09-8434-4F0986E46D12}" type="datetimeFigureOut">
              <a:rPr lang="de-CH" smtClean="0"/>
              <a:t>02.07.2024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EC08E5-CCF5-44E7-BB83-5ECBB7A0812F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18702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79376" y="1888664"/>
            <a:ext cx="8496000" cy="1938992"/>
          </a:xfrm>
          <a:noFill/>
        </p:spPr>
        <p:txBody>
          <a:bodyPr lIns="180000">
            <a:spAutoFit/>
          </a:bodyPr>
          <a:lstStyle>
            <a:lvl1pPr>
              <a:defRPr sz="6000" b="1" cap="all" baseline="0">
                <a:solidFill>
                  <a:schemeClr val="tx1"/>
                </a:solidFill>
                <a:latin typeface="Aptos" panose="020B00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479376" y="6237312"/>
            <a:ext cx="8496000" cy="370800"/>
          </a:xfrm>
        </p:spPr>
        <p:txBody>
          <a:bodyPr lIns="180000">
            <a:normAutofit/>
          </a:bodyPr>
          <a:lstStyle>
            <a:lvl1pPr marL="0" indent="0" algn="l">
              <a:buNone/>
              <a:defRPr sz="1600" baseline="0">
                <a:solidFill>
                  <a:schemeClr val="tx1"/>
                </a:solidFill>
                <a:latin typeface="Aptos" panose="020B0004020202020204" pitchFamily="34" charset="0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Datum/Autor</a:t>
            </a:r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CE71CD45-CB36-4700-983B-9EF404EBD15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9376" y="4581128"/>
            <a:ext cx="8496000" cy="430887"/>
          </a:xfrm>
          <a:noFill/>
        </p:spPr>
        <p:txBody>
          <a:bodyPr lIns="180000">
            <a:spAutoFit/>
          </a:bodyPr>
          <a:lstStyle>
            <a:lvl1pPr marL="0" indent="0">
              <a:buNone/>
              <a:defRPr>
                <a:latin typeface="Aptos" panose="020B0004020202020204" pitchFamily="34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de-DE" dirty="0"/>
              <a:t>Untertitel</a:t>
            </a:r>
          </a:p>
        </p:txBody>
      </p:sp>
      <p:pic>
        <p:nvPicPr>
          <p:cNvPr id="8" name="Grafik 7" descr="Ein Bild, das Text enthält.&#10;&#10;Automatisch generierte Beschreibung">
            <a:extLst>
              <a:ext uri="{FF2B5EF4-FFF2-40B4-BE49-F238E27FC236}">
                <a16:creationId xmlns:a16="http://schemas.microsoft.com/office/drawing/2014/main" id="{0C669A02-BB88-4451-8C9E-5EBFD3391A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8081" y="311314"/>
            <a:ext cx="1350000" cy="841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8590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2">
          <p15:clr>
            <a:srgbClr val="FBAE40"/>
          </p15:clr>
        </p15:guide>
        <p15:guide id="2" orient="horz" pos="98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numCol="1" spcCol="0">
            <a:normAutofit/>
          </a:bodyPr>
          <a:lstStyle>
            <a:lvl1pPr>
              <a:defRPr sz="36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7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200"/>
            </a:lvl1pPr>
            <a:lvl2pPr marL="742950" indent="-285750">
              <a:buFont typeface="Arial" panose="020B0604020202020204" pitchFamily="34" charset="0"/>
              <a:buChar char="•"/>
              <a:defRPr sz="2200" b="0"/>
            </a:lvl2pPr>
            <a:lvl3pPr marL="1143000" indent="-228600">
              <a:buFont typeface="Arial" pitchFamily="34" charset="0"/>
              <a:buChar char="•"/>
              <a:defRPr sz="2200" b="0"/>
            </a:lvl3pPr>
            <a:lvl4pPr marL="1714500" indent="-342900">
              <a:buFont typeface="Arial" panose="020B0604020202020204" pitchFamily="34" charset="0"/>
              <a:buChar char="•"/>
              <a:defRPr sz="2000" b="0"/>
            </a:lvl4pPr>
            <a:lvl5pPr marL="2057400" indent="-228600"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40AEA64F-5811-4F7E-8F1C-DC04B8276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0325" y="6387338"/>
            <a:ext cx="672075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6C6AE60A-B69C-4790-82F7-3882EDF2318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950DE6A6-1960-4FF2-B0AF-D32011C42E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8A01C-D57C-4FA5-B0FC-CEDC1E32BBA5}" type="datetime1">
              <a:rPr lang="de-DE" smtClean="0"/>
              <a:t>02.07.2024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7954133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74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7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600" y="1600201"/>
            <a:ext cx="5294379" cy="4525963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200"/>
            </a:lvl1pPr>
            <a:lvl2pPr marL="742950" indent="-285750">
              <a:buFont typeface="Arial" panose="020B0604020202020204" pitchFamily="34" charset="0"/>
              <a:buChar char="•"/>
              <a:defRPr sz="2200" b="0"/>
            </a:lvl2pPr>
            <a:lvl3pPr marL="1143000" indent="-228600">
              <a:buFont typeface="Arial" pitchFamily="34" charset="0"/>
              <a:buChar char="•"/>
              <a:defRPr sz="2200" b="0"/>
            </a:lvl3pPr>
            <a:lvl4pPr marL="1714500" indent="-342900">
              <a:buFont typeface="Arial" panose="020B0604020202020204" pitchFamily="34" charset="0"/>
              <a:buChar char="•"/>
              <a:defRPr sz="2000" b="0"/>
            </a:lvl4pPr>
            <a:lvl5pPr marL="2057400" indent="-228600"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0" name="Inhaltsplatzhalter 2"/>
          <p:cNvSpPr>
            <a:spLocks noGrp="1"/>
          </p:cNvSpPr>
          <p:nvPr>
            <p:ph idx="13" hasCustomPrompt="1"/>
          </p:nvPr>
        </p:nvSpPr>
        <p:spPr>
          <a:xfrm>
            <a:off x="6192011" y="1598246"/>
            <a:ext cx="5390389" cy="4525963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200"/>
            </a:lvl1pPr>
            <a:lvl2pPr marL="742950" indent="-285750">
              <a:buFont typeface="Arial" panose="020B0604020202020204" pitchFamily="34" charset="0"/>
              <a:buChar char="•"/>
              <a:defRPr sz="2200" b="0"/>
            </a:lvl2pPr>
            <a:lvl3pPr marL="1143000" indent="-228600">
              <a:buFont typeface="Arial" pitchFamily="34" charset="0"/>
              <a:buChar char="•"/>
              <a:defRPr sz="2200" b="0"/>
            </a:lvl3pPr>
            <a:lvl4pPr marL="1714500" indent="-342900">
              <a:buFont typeface="Arial" panose="020B0604020202020204" pitchFamily="34" charset="0"/>
              <a:buChar char="•"/>
              <a:defRPr sz="2000" b="0"/>
            </a:lvl4pPr>
            <a:lvl5pPr marL="2057400" indent="-228600"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40AEA64F-5811-4F7E-8F1C-DC04B8276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0325" y="6387338"/>
            <a:ext cx="672075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6C6AE60A-B69C-4790-82F7-3882EDF2318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950DE6A6-1960-4FF2-B0AF-D32011C42E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5A8AC-0B6C-42D7-81FB-576E656C3C7D}" type="datetime1">
              <a:rPr lang="de-DE" smtClean="0"/>
              <a:t>02.07.2024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107181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74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 Inhalte mit Überschrift/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rm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 hasCustomPrompt="1"/>
          </p:nvPr>
        </p:nvSpPr>
        <p:spPr>
          <a:xfrm>
            <a:off x="609600" y="2174875"/>
            <a:ext cx="5386917" cy="3951288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6916" cy="639762"/>
          </a:xfrm>
        </p:spPr>
        <p:txBody>
          <a:bodyPr anchor="b">
            <a:noAutofit/>
          </a:bodyPr>
          <a:lstStyle>
            <a:lvl1pPr marL="0" indent="0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 hasCustomPrompt="1"/>
          </p:nvPr>
        </p:nvSpPr>
        <p:spPr>
          <a:xfrm>
            <a:off x="6193369" y="2174875"/>
            <a:ext cx="5386916" cy="3951288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200"/>
            </a:lvl2pPr>
            <a:lvl3pPr>
              <a:defRPr sz="22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14" name="Foliennummernplatzhalter 5">
            <a:extLst>
              <a:ext uri="{FF2B5EF4-FFF2-40B4-BE49-F238E27FC236}">
                <a16:creationId xmlns:a16="http://schemas.microsoft.com/office/drawing/2014/main" id="{6DC8852E-9C99-4C7F-B800-69955F97F4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910325" y="6387338"/>
            <a:ext cx="672075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6C6AE60A-B69C-4790-82F7-3882EDF2318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5" name="Datumsplatzhalter 3">
            <a:extLst>
              <a:ext uri="{FF2B5EF4-FFF2-40B4-BE49-F238E27FC236}">
                <a16:creationId xmlns:a16="http://schemas.microsoft.com/office/drawing/2014/main" id="{E3F29292-3D96-4621-9AFF-28E6AA6E081D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40AFA-2CCC-479A-8D66-AAEC6DD948DF}" type="datetime1">
              <a:rPr lang="de-DE" smtClean="0"/>
              <a:t>02.07.2024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60120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600" y="1600201"/>
            <a:ext cx="6710536" cy="4525963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200">
                <a:latin typeface="Arial" pitchFamily="34" charset="0"/>
                <a:cs typeface="Arial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200" b="0">
                <a:latin typeface="Arial" pitchFamily="34" charset="0"/>
                <a:cs typeface="Arial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 sz="2200" b="0">
                <a:latin typeface="Arial" pitchFamily="34" charset="0"/>
                <a:cs typeface="Arial" pitchFamily="34" charset="0"/>
              </a:defRPr>
            </a:lvl3pPr>
            <a:lvl4pPr marL="1371600" indent="0">
              <a:buFont typeface="Arial" panose="020B0604020202020204" pitchFamily="34" charset="0"/>
              <a:buNone/>
              <a:defRPr sz="2000" b="0">
                <a:latin typeface="Arial" pitchFamily="34" charset="0"/>
                <a:cs typeface="Arial" pitchFamily="34" charset="0"/>
              </a:defRPr>
            </a:lvl4pPr>
            <a:lvl5pPr marL="1828800" indent="0">
              <a:buFont typeface="Arial" panose="020B0604020202020204" pitchFamily="34" charset="0"/>
              <a:buNone/>
              <a:defRPr sz="2000" b="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44ED3EDB-E0A4-4641-BF5E-A63AA7327B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0325" y="6387338"/>
            <a:ext cx="672075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6C6AE60A-B69C-4790-82F7-3882EDF2318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FA55BE85-AEB2-4E73-A656-95438481E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671AB8-C813-4622-94D7-4E32650762C1}" type="datetime1">
              <a:rPr lang="de-DE" smtClean="0"/>
              <a:t>02.07.2024</a:t>
            </a:fld>
            <a:endParaRPr lang="de-CH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D48A242-89CF-4E06-983F-6D441A9BA2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20136" y="1600200"/>
            <a:ext cx="4247977" cy="4525963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15026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287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2 Bilder ho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600" y="1600201"/>
            <a:ext cx="6710536" cy="4525963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200">
                <a:latin typeface="Arial" pitchFamily="34" charset="0"/>
                <a:cs typeface="Arial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200" b="0">
                <a:latin typeface="Arial" pitchFamily="34" charset="0"/>
                <a:cs typeface="Arial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 sz="2200" b="0">
                <a:latin typeface="Arial" pitchFamily="34" charset="0"/>
                <a:cs typeface="Arial" pitchFamily="34" charset="0"/>
              </a:defRPr>
            </a:lvl3pPr>
            <a:lvl4pPr marL="1371600" indent="0">
              <a:buFont typeface="Arial" panose="020B0604020202020204" pitchFamily="34" charset="0"/>
              <a:buNone/>
              <a:defRPr sz="2000" b="0">
                <a:latin typeface="Arial" pitchFamily="34" charset="0"/>
                <a:cs typeface="Arial" pitchFamily="34" charset="0"/>
              </a:defRPr>
            </a:lvl4pPr>
            <a:lvl5pPr marL="1828800" indent="0">
              <a:buFont typeface="Arial" panose="020B0604020202020204" pitchFamily="34" charset="0"/>
              <a:buNone/>
              <a:defRPr sz="2000" b="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44ED3EDB-E0A4-4641-BF5E-A63AA7327B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0325" y="6387338"/>
            <a:ext cx="672075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6C6AE60A-B69C-4790-82F7-3882EDF2318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FA55BE85-AEB2-4E73-A656-95438481E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3201A7-7152-44C1-BF9D-67F589E9587D}" type="datetime1">
              <a:rPr lang="de-DE" smtClean="0"/>
              <a:t>02.07.2024</a:t>
            </a:fld>
            <a:endParaRPr lang="de-CH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D48A242-89CF-4E06-983F-6D441A9BA2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494837" y="1600201"/>
            <a:ext cx="2087563" cy="4525963"/>
          </a:xfrm>
        </p:spPr>
        <p:txBody>
          <a:bodyPr/>
          <a:lstStyle/>
          <a:p>
            <a:endParaRPr lang="de-CH"/>
          </a:p>
        </p:txBody>
      </p:sp>
      <p:sp>
        <p:nvSpPr>
          <p:cNvPr id="8" name="Bildplatzhalter 4">
            <a:extLst>
              <a:ext uri="{FF2B5EF4-FFF2-40B4-BE49-F238E27FC236}">
                <a16:creationId xmlns:a16="http://schemas.microsoft.com/office/drawing/2014/main" id="{2B7D3208-DC3F-4621-B5AC-7541B19462F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20136" y="1600201"/>
            <a:ext cx="2016224" cy="4525963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54246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46">
          <p15:clr>
            <a:srgbClr val="FBAE40"/>
          </p15:clr>
        </p15:guide>
        <p15:guide id="2" pos="683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2 Bilder 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600" y="1600201"/>
            <a:ext cx="6710536" cy="4525963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200">
                <a:latin typeface="Arial" pitchFamily="34" charset="0"/>
                <a:cs typeface="Arial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200" b="0">
                <a:latin typeface="Arial" pitchFamily="34" charset="0"/>
                <a:cs typeface="Arial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 sz="2200" b="0">
                <a:latin typeface="Arial" pitchFamily="34" charset="0"/>
                <a:cs typeface="Arial" pitchFamily="34" charset="0"/>
              </a:defRPr>
            </a:lvl3pPr>
            <a:lvl4pPr marL="1371600" indent="0">
              <a:buFont typeface="Arial" panose="020B0604020202020204" pitchFamily="34" charset="0"/>
              <a:buNone/>
              <a:defRPr sz="2000" b="0">
                <a:latin typeface="Arial" pitchFamily="34" charset="0"/>
                <a:cs typeface="Arial" pitchFamily="34" charset="0"/>
              </a:defRPr>
            </a:lvl4pPr>
            <a:lvl5pPr marL="1828800" indent="0">
              <a:buFont typeface="Arial" panose="020B0604020202020204" pitchFamily="34" charset="0"/>
              <a:buNone/>
              <a:defRPr sz="2000" b="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44ED3EDB-E0A4-4641-BF5E-A63AA7327B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0325" y="6387338"/>
            <a:ext cx="672075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6C6AE60A-B69C-4790-82F7-3882EDF2318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FA55BE85-AEB2-4E73-A656-95438481E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BD7275-3A71-496E-A9D6-4D82B1A23967}" type="datetime1">
              <a:rPr lang="de-DE" smtClean="0"/>
              <a:t>02.07.2024</a:t>
            </a:fld>
            <a:endParaRPr lang="de-CH" dirty="0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DD48A242-89CF-4E06-983F-6D441A9BA2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38764" y="3933825"/>
            <a:ext cx="4247977" cy="2192339"/>
          </a:xfrm>
        </p:spPr>
        <p:txBody>
          <a:bodyPr/>
          <a:lstStyle/>
          <a:p>
            <a:endParaRPr lang="de-CH"/>
          </a:p>
        </p:txBody>
      </p:sp>
      <p:sp>
        <p:nvSpPr>
          <p:cNvPr id="8" name="Bildplatzhalter 4">
            <a:extLst>
              <a:ext uri="{FF2B5EF4-FFF2-40B4-BE49-F238E27FC236}">
                <a16:creationId xmlns:a16="http://schemas.microsoft.com/office/drawing/2014/main" id="{2B7D3208-DC3F-4621-B5AC-7541B19462F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320136" y="1611923"/>
            <a:ext cx="4247977" cy="217744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63251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287">
          <p15:clr>
            <a:srgbClr val="FBAE40"/>
          </p15:clr>
        </p15:guide>
        <p15:guide id="2" orient="horz" pos="2387">
          <p15:clr>
            <a:srgbClr val="FBAE40"/>
          </p15:clr>
        </p15:guide>
        <p15:guide id="3" orient="horz" pos="247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3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600" y="1600201"/>
            <a:ext cx="6710536" cy="4525963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200">
                <a:latin typeface="Arial" pitchFamily="34" charset="0"/>
                <a:cs typeface="Arial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200" b="0">
                <a:latin typeface="Arial" pitchFamily="34" charset="0"/>
                <a:cs typeface="Arial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 sz="2200" b="0">
                <a:latin typeface="Arial" pitchFamily="34" charset="0"/>
                <a:cs typeface="Arial" pitchFamily="34" charset="0"/>
              </a:defRPr>
            </a:lvl3pPr>
            <a:lvl4pPr marL="1371600" indent="0">
              <a:buFont typeface="Arial" panose="020B0604020202020204" pitchFamily="34" charset="0"/>
              <a:buNone/>
              <a:defRPr sz="2000" b="0">
                <a:latin typeface="Arial" pitchFamily="34" charset="0"/>
                <a:cs typeface="Arial" pitchFamily="34" charset="0"/>
              </a:defRPr>
            </a:lvl4pPr>
            <a:lvl5pPr marL="1828800" indent="0">
              <a:buFont typeface="Arial" panose="020B0604020202020204" pitchFamily="34" charset="0"/>
              <a:buNone/>
              <a:defRPr sz="2000" b="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44ED3EDB-E0A4-4641-BF5E-A63AA7327B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0325" y="6387338"/>
            <a:ext cx="672075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6C6AE60A-B69C-4790-82F7-3882EDF2318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FA55BE85-AEB2-4E73-A656-95438481E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71CA0-2AD1-4ABC-BF0E-8D0FBB00303F}" type="datetime1">
              <a:rPr lang="de-DE" smtClean="0"/>
              <a:t>02.07.2024</a:t>
            </a:fld>
            <a:endParaRPr lang="de-CH" dirty="0"/>
          </a:p>
        </p:txBody>
      </p:sp>
      <p:sp>
        <p:nvSpPr>
          <p:cNvPr id="8" name="Bildplatzhalter 4">
            <a:extLst>
              <a:ext uri="{FF2B5EF4-FFF2-40B4-BE49-F238E27FC236}">
                <a16:creationId xmlns:a16="http://schemas.microsoft.com/office/drawing/2014/main" id="{2B7D3208-DC3F-4621-B5AC-7541B19462F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491747" y="1600201"/>
            <a:ext cx="2090653" cy="2177440"/>
          </a:xfrm>
        </p:spPr>
        <p:txBody>
          <a:bodyPr/>
          <a:lstStyle/>
          <a:p>
            <a:endParaRPr lang="de-CH" dirty="0"/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391D842D-EE6E-4FC2-A056-2C4528EF45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29863" y="1600201"/>
            <a:ext cx="2006225" cy="2189162"/>
          </a:xfrm>
        </p:spPr>
        <p:txBody>
          <a:bodyPr/>
          <a:lstStyle/>
          <a:p>
            <a:endParaRPr lang="de-CH" dirty="0"/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B8389AE9-20CB-42BB-B2D9-B01841DE24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29863" y="3936828"/>
            <a:ext cx="4252537" cy="2177440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10691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84">
          <p15:clr>
            <a:srgbClr val="FBAE40"/>
          </p15:clr>
        </p15:guide>
        <p15:guide id="2" orient="horz" pos="2387">
          <p15:clr>
            <a:srgbClr val="FBAE40"/>
          </p15:clr>
        </p15:guide>
        <p15:guide id="3" orient="horz" pos="2478">
          <p15:clr>
            <a:srgbClr val="FBAE40"/>
          </p15:clr>
        </p15:guide>
        <p15:guide id="4" pos="597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und 4 Bil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600" y="1600201"/>
            <a:ext cx="6710536" cy="4525963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200">
                <a:latin typeface="Arial" pitchFamily="34" charset="0"/>
                <a:cs typeface="Arial" pitchFamily="34" charset="0"/>
              </a:defRPr>
            </a:lvl1pPr>
            <a:lvl2pPr marL="800100" indent="-342900">
              <a:buFont typeface="Arial" panose="020B0604020202020204" pitchFamily="34" charset="0"/>
              <a:buChar char="•"/>
              <a:defRPr sz="2200" b="0">
                <a:latin typeface="Arial" pitchFamily="34" charset="0"/>
                <a:cs typeface="Arial" pitchFamily="34" charset="0"/>
              </a:defRPr>
            </a:lvl2pPr>
            <a:lvl3pPr marL="1257300" indent="-342900">
              <a:buFont typeface="Arial" panose="020B0604020202020204" pitchFamily="34" charset="0"/>
              <a:buChar char="•"/>
              <a:defRPr sz="2200" b="0">
                <a:latin typeface="Arial" pitchFamily="34" charset="0"/>
                <a:cs typeface="Arial" pitchFamily="34" charset="0"/>
              </a:defRPr>
            </a:lvl3pPr>
            <a:lvl4pPr marL="1371600" indent="0">
              <a:buFont typeface="Arial" panose="020B0604020202020204" pitchFamily="34" charset="0"/>
              <a:buNone/>
              <a:defRPr sz="2000" b="0">
                <a:latin typeface="Arial" pitchFamily="34" charset="0"/>
                <a:cs typeface="Arial" pitchFamily="34" charset="0"/>
              </a:defRPr>
            </a:lvl4pPr>
            <a:lvl5pPr marL="1828800" indent="0">
              <a:buFont typeface="Arial" panose="020B0604020202020204" pitchFamily="34" charset="0"/>
              <a:buNone/>
              <a:defRPr sz="2000" b="0">
                <a:latin typeface="Arial" pitchFamily="34" charset="0"/>
                <a:cs typeface="Arial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44ED3EDB-E0A4-4641-BF5E-A63AA7327B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0325" y="6387338"/>
            <a:ext cx="672075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6C6AE60A-B69C-4790-82F7-3882EDF2318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FA55BE85-AEB2-4E73-A656-95438481E1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F8C89-6E9B-4D33-8032-4D9DAB77EC33}" type="datetime1">
              <a:rPr lang="de-DE" smtClean="0"/>
              <a:t>02.07.2024</a:t>
            </a:fld>
            <a:endParaRPr lang="de-CH" dirty="0"/>
          </a:p>
        </p:txBody>
      </p:sp>
      <p:sp>
        <p:nvSpPr>
          <p:cNvPr id="8" name="Bildplatzhalter 4">
            <a:extLst>
              <a:ext uri="{FF2B5EF4-FFF2-40B4-BE49-F238E27FC236}">
                <a16:creationId xmlns:a16="http://schemas.microsoft.com/office/drawing/2014/main" id="{2B7D3208-DC3F-4621-B5AC-7541B19462F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9491747" y="1600201"/>
            <a:ext cx="2090653" cy="2177440"/>
          </a:xfrm>
        </p:spPr>
        <p:txBody>
          <a:bodyPr/>
          <a:lstStyle/>
          <a:p>
            <a:endParaRPr lang="de-CH" dirty="0"/>
          </a:p>
        </p:txBody>
      </p:sp>
      <p:sp>
        <p:nvSpPr>
          <p:cNvPr id="12" name="Bildplatzhalter 4">
            <a:extLst>
              <a:ext uri="{FF2B5EF4-FFF2-40B4-BE49-F238E27FC236}">
                <a16:creationId xmlns:a16="http://schemas.microsoft.com/office/drawing/2014/main" id="{391D842D-EE6E-4FC2-A056-2C4528EF4526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29863" y="1611923"/>
            <a:ext cx="2006225" cy="2177440"/>
          </a:xfrm>
        </p:spPr>
        <p:txBody>
          <a:bodyPr/>
          <a:lstStyle/>
          <a:p>
            <a:endParaRPr lang="de-CH"/>
          </a:p>
        </p:txBody>
      </p:sp>
      <p:sp>
        <p:nvSpPr>
          <p:cNvPr id="13" name="Bildplatzhalter 4">
            <a:extLst>
              <a:ext uri="{FF2B5EF4-FFF2-40B4-BE49-F238E27FC236}">
                <a16:creationId xmlns:a16="http://schemas.microsoft.com/office/drawing/2014/main" id="{B8389AE9-20CB-42BB-B2D9-B01841DE24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29863" y="3936828"/>
            <a:ext cx="2006225" cy="2189336"/>
          </a:xfrm>
        </p:spPr>
        <p:txBody>
          <a:bodyPr/>
          <a:lstStyle/>
          <a:p>
            <a:endParaRPr lang="de-CH"/>
          </a:p>
        </p:txBody>
      </p:sp>
      <p:sp>
        <p:nvSpPr>
          <p:cNvPr id="14" name="Bildplatzhalter 4">
            <a:extLst>
              <a:ext uri="{FF2B5EF4-FFF2-40B4-BE49-F238E27FC236}">
                <a16:creationId xmlns:a16="http://schemas.microsoft.com/office/drawing/2014/main" id="{4D283E02-A366-46FE-BE45-5BA5BF402A0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494796" y="3933056"/>
            <a:ext cx="2090653" cy="2189336"/>
          </a:xfrm>
        </p:spPr>
        <p:txBody>
          <a:bodyPr/>
          <a:lstStyle/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324480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384">
          <p15:clr>
            <a:srgbClr val="FBAE40"/>
          </p15:clr>
        </p15:guide>
        <p15:guide id="2" orient="horz" pos="1026">
          <p15:clr>
            <a:srgbClr val="FBAE40"/>
          </p15:clr>
        </p15:guide>
        <p15:guide id="3" orient="horz" pos="3838">
          <p15:clr>
            <a:srgbClr val="FBAE40"/>
          </p15:clr>
        </p15:guide>
        <p15:guide id="4" pos="597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918E1786-BB5C-4A3C-A683-4A1DCCA12C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0325" y="6387338"/>
            <a:ext cx="672075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6C6AE60A-B69C-4790-82F7-3882EDF2318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18AF7FD4-EEBC-4EC8-999C-55A9965774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E5BF9-2F78-4758-AC07-E4BBFDCD8392}" type="datetime1">
              <a:rPr lang="de-DE" smtClean="0"/>
              <a:t>02.07.2024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6779025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918E1786-BB5C-4A3C-A683-4A1DCCA12C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0325" y="6387338"/>
            <a:ext cx="672075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6C6AE60A-B69C-4790-82F7-3882EDF2318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18AF7FD4-EEBC-4EC8-999C-55A9965774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5332F-F03D-4BEF-A2C3-BA80AFCB59BD}" type="datetime1">
              <a:rPr lang="de-DE" smtClean="0"/>
              <a:t>02.07.2024</a:t>
            </a:fld>
            <a:endParaRPr lang="de-CH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80E9957-F957-47F0-BA8B-E7B2FD6AD2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600201"/>
            <a:ext cx="10972800" cy="4525963"/>
          </a:xfrm>
        </p:spPr>
        <p:txBody>
          <a:bodyPr/>
          <a:lstStyle/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872109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918E1786-BB5C-4A3C-A683-4A1DCCA12C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0325" y="6387338"/>
            <a:ext cx="672075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6C6AE60A-B69C-4790-82F7-3882EDF2318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18AF7FD4-EEBC-4EC8-999C-55A9965774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8C7927-0360-4DD7-B500-9C3D7787E5F8}" type="datetime1">
              <a:rPr lang="de-DE" smtClean="0"/>
              <a:t>02.07.2024</a:t>
            </a:fld>
            <a:endParaRPr lang="de-CH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80E9957-F957-47F0-BA8B-E7B2FD6AD2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600201"/>
            <a:ext cx="5414963" cy="4525963"/>
          </a:xfrm>
        </p:spPr>
        <p:txBody>
          <a:bodyPr/>
          <a:lstStyle/>
          <a:p>
            <a:endParaRPr lang="de-CH"/>
          </a:p>
        </p:txBody>
      </p:sp>
      <p:sp>
        <p:nvSpPr>
          <p:cNvPr id="7" name="Bildplatzhalter 3">
            <a:extLst>
              <a:ext uri="{FF2B5EF4-FFF2-40B4-BE49-F238E27FC236}">
                <a16:creationId xmlns:a16="http://schemas.microsoft.com/office/drawing/2014/main" id="{C696F904-94F5-4644-BE42-ED20D7C846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67437" y="1602658"/>
            <a:ext cx="5434361" cy="4525963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21910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4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8" name="Foliennummernplatzhalter 5">
            <a:extLst>
              <a:ext uri="{FF2B5EF4-FFF2-40B4-BE49-F238E27FC236}">
                <a16:creationId xmlns:a16="http://schemas.microsoft.com/office/drawing/2014/main" id="{918E1786-BB5C-4A3C-A683-4A1DCCA12C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0325" y="6387338"/>
            <a:ext cx="672075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6C6AE60A-B69C-4790-82F7-3882EDF2318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0" name="Datumsplatzhalter 3">
            <a:extLst>
              <a:ext uri="{FF2B5EF4-FFF2-40B4-BE49-F238E27FC236}">
                <a16:creationId xmlns:a16="http://schemas.microsoft.com/office/drawing/2014/main" id="{18AF7FD4-EEBC-4EC8-999C-55A9965774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DDC2F-E2E2-4FDA-B86B-52C5BBB7B196}" type="datetime1">
              <a:rPr lang="de-DE" smtClean="0"/>
              <a:t>02.07.2024</a:t>
            </a:fld>
            <a:endParaRPr lang="de-CH" dirty="0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880E9957-F957-47F0-BA8B-E7B2FD6AD24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9600" y="1600202"/>
            <a:ext cx="5414963" cy="2189162"/>
          </a:xfrm>
        </p:spPr>
        <p:txBody>
          <a:bodyPr/>
          <a:lstStyle/>
          <a:p>
            <a:endParaRPr lang="de-CH"/>
          </a:p>
        </p:txBody>
      </p:sp>
      <p:sp>
        <p:nvSpPr>
          <p:cNvPr id="7" name="Bildplatzhalter 3">
            <a:extLst>
              <a:ext uri="{FF2B5EF4-FFF2-40B4-BE49-F238E27FC236}">
                <a16:creationId xmlns:a16="http://schemas.microsoft.com/office/drawing/2014/main" id="{C696F904-94F5-4644-BE42-ED20D7C846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67437" y="1602658"/>
            <a:ext cx="5434361" cy="2186705"/>
          </a:xfrm>
        </p:spPr>
        <p:txBody>
          <a:bodyPr/>
          <a:lstStyle/>
          <a:p>
            <a:endParaRPr lang="de-CH"/>
          </a:p>
        </p:txBody>
      </p:sp>
      <p:sp>
        <p:nvSpPr>
          <p:cNvPr id="9" name="Bildplatzhalter 3">
            <a:extLst>
              <a:ext uri="{FF2B5EF4-FFF2-40B4-BE49-F238E27FC236}">
                <a16:creationId xmlns:a16="http://schemas.microsoft.com/office/drawing/2014/main" id="{246876CD-DC18-4AEF-B6BA-AE0EAC56A43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" y="3933825"/>
            <a:ext cx="5414963" cy="2194796"/>
          </a:xfrm>
        </p:spPr>
        <p:txBody>
          <a:bodyPr/>
          <a:lstStyle/>
          <a:p>
            <a:endParaRPr lang="de-CH"/>
          </a:p>
        </p:txBody>
      </p:sp>
      <p:sp>
        <p:nvSpPr>
          <p:cNvPr id="12" name="Bildplatzhalter 3">
            <a:extLst>
              <a:ext uri="{FF2B5EF4-FFF2-40B4-BE49-F238E27FC236}">
                <a16:creationId xmlns:a16="http://schemas.microsoft.com/office/drawing/2014/main" id="{F234F7E9-0092-4959-B9C4-B7DA50CF89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86835" y="3933825"/>
            <a:ext cx="5414963" cy="2194796"/>
          </a:xfrm>
        </p:spPr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333036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795">
          <p15:clr>
            <a:srgbClr val="FBAE40"/>
          </p15:clr>
        </p15:guide>
        <p15:guide id="2" pos="3885">
          <p15:clr>
            <a:srgbClr val="FBAE40"/>
          </p15:clr>
        </p15:guide>
        <p15:guide id="3" orient="horz" pos="2478">
          <p15:clr>
            <a:srgbClr val="FBAE40"/>
          </p15:clr>
        </p15:guide>
        <p15:guide id="4" orient="horz" pos="238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z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D89ACD-785F-43C4-A8F5-A78C4ABC9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Mastertitelformat bearbeiten</a:t>
            </a:r>
            <a:endParaRPr lang="de-CH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D01F8AA0-2A51-409E-B8DA-9B8FE502E0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76542E-5048-401F-95BE-7571B9C63BB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D949C324-6FDF-4BD8-8FE6-EB0088095F46}" type="datetime1">
              <a:rPr lang="de-DE" smtClean="0"/>
              <a:t>02.07.2024</a:t>
            </a:fld>
            <a:endParaRPr lang="de-CH" dirty="0"/>
          </a:p>
        </p:txBody>
      </p:sp>
      <p:sp>
        <p:nvSpPr>
          <p:cNvPr id="6" name="Pfeil: nach rechts 5">
            <a:extLst>
              <a:ext uri="{FF2B5EF4-FFF2-40B4-BE49-F238E27FC236}">
                <a16:creationId xmlns:a16="http://schemas.microsoft.com/office/drawing/2014/main" id="{B3AD0027-6523-4846-B63E-5F61BB2B71C2}"/>
              </a:ext>
            </a:extLst>
          </p:cNvPr>
          <p:cNvSpPr/>
          <p:nvPr userDrawn="1"/>
        </p:nvSpPr>
        <p:spPr>
          <a:xfrm>
            <a:off x="609600" y="3177586"/>
            <a:ext cx="10972800" cy="502827"/>
          </a:xfrm>
          <a:prstGeom prst="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11" name="Textplatzhalter 7">
            <a:extLst>
              <a:ext uri="{FF2B5EF4-FFF2-40B4-BE49-F238E27FC236}">
                <a16:creationId xmlns:a16="http://schemas.microsoft.com/office/drawing/2014/main" id="{B0FEE899-84F9-4059-8E02-3CD7FB91353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612716" y="3687884"/>
            <a:ext cx="2664296" cy="973137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de-DE" dirty="0"/>
              <a:t>5. Mastertextformat bearbeite</a:t>
            </a:r>
          </a:p>
        </p:txBody>
      </p:sp>
      <p:sp>
        <p:nvSpPr>
          <p:cNvPr id="13" name="Textplatzhalter 7">
            <a:extLst>
              <a:ext uri="{FF2B5EF4-FFF2-40B4-BE49-F238E27FC236}">
                <a16:creationId xmlns:a16="http://schemas.microsoft.com/office/drawing/2014/main" id="{5CC0E5DE-4280-4001-BBAA-D87A9690303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21252" y="2195879"/>
            <a:ext cx="2664296" cy="973137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de-DE" dirty="0"/>
              <a:t>4. Mastertextformat bearbeite</a:t>
            </a:r>
          </a:p>
        </p:txBody>
      </p:sp>
      <p:sp>
        <p:nvSpPr>
          <p:cNvPr id="14" name="Textplatzhalter 7">
            <a:extLst>
              <a:ext uri="{FF2B5EF4-FFF2-40B4-BE49-F238E27FC236}">
                <a16:creationId xmlns:a16="http://schemas.microsoft.com/office/drawing/2014/main" id="{986E3A9A-2CC3-4B5F-9BF7-CE31C3A36C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763852" y="3687884"/>
            <a:ext cx="2664296" cy="973137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de-DE" dirty="0"/>
              <a:t>3. Mastertextformat bearbeite</a:t>
            </a:r>
          </a:p>
        </p:txBody>
      </p:sp>
      <p:sp>
        <p:nvSpPr>
          <p:cNvPr id="15" name="Textplatzhalter 7">
            <a:extLst>
              <a:ext uri="{FF2B5EF4-FFF2-40B4-BE49-F238E27FC236}">
                <a16:creationId xmlns:a16="http://schemas.microsoft.com/office/drawing/2014/main" id="{F52032F3-E409-4615-A85A-70CD3ECFC6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06452" y="2206552"/>
            <a:ext cx="2664296" cy="973137"/>
          </a:xfrm>
        </p:spPr>
        <p:txBody>
          <a:bodyPr>
            <a:noAutofit/>
          </a:bodyPr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de-DE" dirty="0"/>
              <a:t>2. Mastertextformat bearbeite</a:t>
            </a:r>
          </a:p>
        </p:txBody>
      </p:sp>
      <p:sp>
        <p:nvSpPr>
          <p:cNvPr id="16" name="Textplatzhalter 7">
            <a:extLst>
              <a:ext uri="{FF2B5EF4-FFF2-40B4-BE49-F238E27FC236}">
                <a16:creationId xmlns:a16="http://schemas.microsoft.com/office/drawing/2014/main" id="{B151FACD-0EB6-42C3-BB2E-18A646C4B2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" y="3687884"/>
            <a:ext cx="2664296" cy="973137"/>
          </a:xfrm>
        </p:spPr>
        <p:txBody>
          <a:bodyPr>
            <a:noAutofit/>
          </a:bodyPr>
          <a:lstStyle>
            <a:lvl1pPr marL="0" indent="0">
              <a:buFont typeface="+mj-lt"/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de-DE" dirty="0"/>
              <a:t>1. Mastertextformat bearbeite</a:t>
            </a:r>
          </a:p>
        </p:txBody>
      </p:sp>
    </p:spTree>
    <p:extLst>
      <p:ext uri="{BB962C8B-B14F-4D97-AF65-F5344CB8AC3E}">
        <p14:creationId xmlns:p14="http://schemas.microsoft.com/office/powerpoint/2010/main" val="4313209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az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36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7" name="Inhaltsplatzhalter 2"/>
          <p:cNvSpPr>
            <a:spLocks noGrp="1"/>
          </p:cNvSpPr>
          <p:nvPr>
            <p:ph idx="1" hasCustomPrompt="1"/>
          </p:nvPr>
        </p:nvSpPr>
        <p:spPr>
          <a:xfrm>
            <a:off x="609600" y="1600201"/>
            <a:ext cx="10972800" cy="4525963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ü"/>
              <a:defRPr sz="2200"/>
            </a:lvl1pPr>
            <a:lvl2pPr marL="742950" indent="-285750">
              <a:buFont typeface="Arial" panose="020B0604020202020204" pitchFamily="34" charset="0"/>
              <a:buChar char="•"/>
              <a:defRPr sz="2200" b="0"/>
            </a:lvl2pPr>
            <a:lvl3pPr marL="1143000" indent="-228600">
              <a:buFont typeface="Arial" pitchFamily="34" charset="0"/>
              <a:buChar char="•"/>
              <a:defRPr sz="2200" b="0"/>
            </a:lvl3pPr>
            <a:lvl4pPr marL="1714500" indent="-342900">
              <a:buFont typeface="Arial" panose="020B0604020202020204" pitchFamily="34" charset="0"/>
              <a:buChar char="•"/>
              <a:defRPr sz="2000" b="0"/>
            </a:lvl4pPr>
            <a:lvl5pPr marL="2057400" indent="-228600">
              <a:buFont typeface="Arial" panose="020B0604020202020204" pitchFamily="34" charset="0"/>
              <a:buChar char="•"/>
              <a:defRPr sz="2000" b="0"/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12" name="Foliennummernplatzhalter 5">
            <a:extLst>
              <a:ext uri="{FF2B5EF4-FFF2-40B4-BE49-F238E27FC236}">
                <a16:creationId xmlns:a16="http://schemas.microsoft.com/office/drawing/2014/main" id="{40AEA64F-5811-4F7E-8F1C-DC04B8276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0325" y="6387338"/>
            <a:ext cx="672075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6C6AE60A-B69C-4790-82F7-3882EDF2318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4" name="Datumsplatzhalter 3">
            <a:extLst>
              <a:ext uri="{FF2B5EF4-FFF2-40B4-BE49-F238E27FC236}">
                <a16:creationId xmlns:a16="http://schemas.microsoft.com/office/drawing/2014/main" id="{950DE6A6-1960-4FF2-B0AF-D32011C42E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05A34-BBC4-44B9-BBB9-1AC9071BBCED}" type="datetime1">
              <a:rPr lang="de-DE" smtClean="0"/>
              <a:t>02.07.2024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8596723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745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4078A0B-7CB6-4FA1-BE89-D9187E917E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0325" y="6387338"/>
            <a:ext cx="672075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6C6AE60A-B69C-4790-82F7-3882EDF2318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7" name="Datumsplatzhalter 3">
            <a:extLst>
              <a:ext uri="{FF2B5EF4-FFF2-40B4-BE49-F238E27FC236}">
                <a16:creationId xmlns:a16="http://schemas.microsoft.com/office/drawing/2014/main" id="{2C186FEC-8474-40BA-AE42-59F5183D56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74DBC9-F5F8-46E5-8D07-9D991DA64C1F}" type="datetime1">
              <a:rPr lang="de-DE" smtClean="0"/>
              <a:t>02.07.2024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568795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</p:txBody>
      </p:sp>
      <p:sp>
        <p:nvSpPr>
          <p:cNvPr id="8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910325" y="6387338"/>
            <a:ext cx="672075" cy="365125"/>
          </a:xfrm>
          <a:prstGeom prst="rect">
            <a:avLst/>
          </a:prstGeom>
        </p:spPr>
        <p:txBody>
          <a:bodyPr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6C6AE60A-B69C-4790-82F7-3882EDF23186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07DD1BF-7A08-4D19-B374-AB926C89F5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Aptos" panose="020B0004020202020204" pitchFamily="34" charset="0"/>
              </a:defRPr>
            </a:lvl1pPr>
          </a:lstStyle>
          <a:p>
            <a:fld id="{62CC93E5-2BD5-42EC-9445-8D11BA8ED008}" type="datetime1">
              <a:rPr lang="de-DE" smtClean="0"/>
              <a:pPr/>
              <a:t>02.07.2024</a:t>
            </a:fld>
            <a:endParaRPr lang="de-CH" dirty="0"/>
          </a:p>
        </p:txBody>
      </p:sp>
      <p:pic>
        <p:nvPicPr>
          <p:cNvPr id="7" name="Grafik 6" descr="Ein Bild, das Text enthält.&#10;&#10;Automatisch generierte Beschreibung">
            <a:extLst>
              <a:ext uri="{FF2B5EF4-FFF2-40B4-BE49-F238E27FC236}">
                <a16:creationId xmlns:a16="http://schemas.microsoft.com/office/drawing/2014/main" id="{A8F72A0E-D27A-4C19-AB5B-E15FEE63059F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8081" y="311314"/>
            <a:ext cx="1350000" cy="841043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A92FEC72-04FB-42E7-AD53-0C3363C99B8B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rcRect/>
          <a:stretch/>
        </p:blipFill>
        <p:spPr>
          <a:xfrm>
            <a:off x="5486469" y="6310705"/>
            <a:ext cx="1219061" cy="426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054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</p:sldLayoutIdLst>
  <p:hf hdr="0"/>
  <p:txStyles>
    <p:titleStyle>
      <a:lvl1pPr algn="l" defTabSz="914400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Aptos" panose="020B0004020202020204" pitchFamily="34" charset="0"/>
          <a:ea typeface="+mj-ea"/>
          <a:cs typeface="Arial" panose="020B0604020202020204" pitchFamily="34" charset="0"/>
        </a:defRPr>
      </a:lvl1pPr>
    </p:titleStyle>
    <p:bodyStyle>
      <a:lvl1pPr marL="514350" indent="-51435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Aptos" panose="020B0004020202020204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Aptos" panose="020B0004020202020204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Aptos" panose="020B0004020202020204" pitchFamily="34" charset="0"/>
          <a:ea typeface="+mn-ea"/>
          <a:cs typeface="Arial" pitchFamily="34" charset="0"/>
        </a:defRPr>
      </a:lvl3pPr>
      <a:lvl4pPr marL="1371600" indent="0" algn="l" defTabSz="914400" rtl="0" eaLnBrk="1" latinLnBrk="0" hangingPunct="1">
        <a:spcBef>
          <a:spcPct val="2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828800" indent="0" algn="l" defTabSz="914400" rtl="0" eaLnBrk="1" latinLnBrk="0" hangingPunct="1">
        <a:spcBef>
          <a:spcPct val="20000"/>
        </a:spcBef>
        <a:buFont typeface="Arial" panose="020B0604020202020204" pitchFamily="34" charset="0"/>
        <a:buNone/>
        <a:defRPr sz="1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Symbol" pitchFamily="18" charset="2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indent="0" algn="l" defTabSz="914400" rtl="0" eaLnBrk="1" latinLnBrk="0" hangingPunct="1">
        <a:spcBef>
          <a:spcPct val="20000"/>
        </a:spcBef>
        <a:buFont typeface="Symbol" pitchFamily="18" charset="2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Symbol" pitchFamily="18" charset="2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Symbol" pitchFamily="18" charset="2"/>
        <a:buChar char="-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BE7708-78BE-4604-9347-DE8DF406AB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155CC14-1A55-455A-8E04-C1EA1E8543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E2C40E7-B4A1-4162-B7B8-3DE85131FF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02419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Inhalt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08304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67B486-C4DC-4A24-9093-C4A989689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Einstiegsfrage / Vorwissen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33CBF7B-8FC5-45D2-B947-5615CD2F1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C12B79D-EB63-4DE4-AEFE-9575614D1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22342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BA54F8-7E97-4ACC-A2E6-BB503B753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Thema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7BB588-AFD7-456B-9211-E13F34667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DD10D84-DCC0-4929-8EF3-0C195DD04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6713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BA54F8-7E97-4ACC-A2E6-BB503B753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Thema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7BB588-AFD7-456B-9211-E13F346672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sz="1800" kern="750" spc="3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Beispiel für Code als Consolas</a:t>
            </a:r>
          </a:p>
          <a:p>
            <a:r>
              <a:rPr lang="de-CH" sz="1800" kern="750" spc="3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lnSpc>
                <a:spcPts val="122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de-CH" sz="1800" kern="0" spc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km </a:t>
            </a:r>
            <a:r>
              <a:rPr lang="de-CH" sz="1800" kern="0" spc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de-CH" sz="1800" kern="0" spc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de-CH" sz="1800" kern="0" spc="0" dirty="0" err="1">
                <a:solidFill>
                  <a:srgbClr val="33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input</a:t>
            </a:r>
            <a:r>
              <a:rPr lang="de-CH" sz="1800" kern="0" spc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de-CH" sz="1800" kern="0" spc="0" dirty="0">
                <a:solidFill>
                  <a:srgbClr val="CC33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"Wie lang ist die Strecke in km?"</a:t>
            </a:r>
            <a:r>
              <a:rPr lang="de-CH" sz="1800" kern="0" spc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de-CH" sz="1800" kern="750" spc="3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22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de-CH" sz="1800" kern="0" spc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vm</a:t>
            </a:r>
            <a:r>
              <a:rPr lang="de-CH" sz="1800" kern="0" spc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de-CH" sz="1800" kern="0" spc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de-CH" sz="1800" kern="0" spc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de-CH" sz="1800" kern="0" spc="0" dirty="0" err="1">
                <a:solidFill>
                  <a:srgbClr val="33666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input</a:t>
            </a:r>
            <a:r>
              <a:rPr lang="de-CH" sz="1800" kern="0" spc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de-CH" sz="1800" kern="0" spc="0" dirty="0">
                <a:solidFill>
                  <a:srgbClr val="CC33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"Zu Fuß (1) oder Fahrrad (2)?"</a:t>
            </a:r>
            <a:r>
              <a:rPr lang="de-CH" sz="1800" kern="0" spc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de-CH" sz="1800" kern="750" spc="3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22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de-CH" sz="1800" b="1" kern="0" spc="0" dirty="0" err="1">
                <a:solidFill>
                  <a:srgbClr val="0066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if</a:t>
            </a:r>
            <a:r>
              <a:rPr lang="de-CH" sz="1800" kern="0" spc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de-CH" sz="1800" kern="0" spc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vm</a:t>
            </a:r>
            <a:r>
              <a:rPr lang="de-CH" sz="1800" kern="0" spc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de-CH" sz="1800" kern="0" spc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==</a:t>
            </a:r>
            <a:r>
              <a:rPr lang="de-CH" sz="1800" kern="0" spc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de-CH" sz="1800" kern="0" spc="0" dirty="0">
                <a:solidFill>
                  <a:srgbClr val="FF66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</a:t>
            </a:r>
            <a:r>
              <a:rPr lang="de-CH" sz="1800" kern="0" spc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endParaRPr lang="de-CH" sz="1800" kern="750" spc="3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22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de-CH" sz="1800" kern="0" spc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de-CH" sz="1800" i="1" kern="0" spc="0" dirty="0">
                <a:solidFill>
                  <a:srgbClr val="0099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Zu Fuß berechnen:</a:t>
            </a:r>
            <a:endParaRPr lang="de-CH" sz="1800" kern="750" spc="3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22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de-CH" sz="1800" kern="0" spc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stunden </a:t>
            </a:r>
            <a:r>
              <a:rPr lang="de-CH" sz="1800" kern="0" spc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de-CH" sz="1800" kern="0" spc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km </a:t>
            </a:r>
            <a:r>
              <a:rPr lang="de-CH" sz="1800" kern="0" spc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</a:t>
            </a:r>
            <a:r>
              <a:rPr lang="de-CH" sz="1800" kern="0" spc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de-CH" sz="1800" kern="0" spc="0" dirty="0">
                <a:solidFill>
                  <a:srgbClr val="FF66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5</a:t>
            </a:r>
            <a:endParaRPr lang="de-CH" sz="1800" kern="750" spc="3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22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de-CH" sz="1800" b="1" kern="0" spc="0" dirty="0" err="1">
                <a:solidFill>
                  <a:srgbClr val="0066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if</a:t>
            </a:r>
            <a:r>
              <a:rPr lang="de-CH" sz="1800" kern="0" spc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de-CH" sz="1800" kern="0" spc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vm</a:t>
            </a:r>
            <a:r>
              <a:rPr lang="de-CH" sz="1800" kern="0" spc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de-CH" sz="1800" kern="0" spc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==</a:t>
            </a:r>
            <a:r>
              <a:rPr lang="de-CH" sz="1800" kern="0" spc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de-CH" sz="1800" kern="0" spc="0" dirty="0">
                <a:solidFill>
                  <a:srgbClr val="FF66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2</a:t>
            </a:r>
            <a:r>
              <a:rPr lang="de-CH" sz="1800" kern="0" spc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:</a:t>
            </a:r>
            <a:endParaRPr lang="de-CH" sz="1800" kern="750" spc="3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22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de-CH" sz="1800" kern="0" spc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</a:t>
            </a:r>
            <a:r>
              <a:rPr lang="de-CH" sz="1800" i="1" kern="0" spc="0" dirty="0">
                <a:solidFill>
                  <a:srgbClr val="0099FF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# Mit dem Fahrrad berechnen:</a:t>
            </a:r>
            <a:endParaRPr lang="de-CH" sz="1800" kern="750" spc="3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22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de-CH" sz="1800" kern="0" spc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   stunden </a:t>
            </a:r>
            <a:r>
              <a:rPr lang="de-CH" sz="1800" kern="0" spc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=</a:t>
            </a:r>
            <a:r>
              <a:rPr lang="de-CH" sz="1800" kern="0" spc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km </a:t>
            </a:r>
            <a:r>
              <a:rPr lang="de-CH" sz="1800" kern="0" spc="0" dirty="0">
                <a:solidFill>
                  <a:srgbClr val="555555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/</a:t>
            </a:r>
            <a:r>
              <a:rPr lang="de-CH" sz="1800" kern="0" spc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de-CH" sz="1800" kern="0" spc="0" dirty="0">
                <a:solidFill>
                  <a:srgbClr val="FF66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15</a:t>
            </a:r>
            <a:endParaRPr lang="de-CH" sz="1800" kern="750" spc="3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ts val="1220"/>
              </a:lnSpc>
              <a:buNone/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de-CH" sz="1800" b="1" kern="0" spc="0" dirty="0" err="1">
                <a:solidFill>
                  <a:srgbClr val="006699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print</a:t>
            </a:r>
            <a:r>
              <a:rPr lang="de-CH" sz="1800" kern="0" spc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de-CH" sz="1800" kern="0" spc="0" dirty="0">
                <a:solidFill>
                  <a:srgbClr val="CC33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"Es </a:t>
            </a:r>
            <a:r>
              <a:rPr lang="de-CH" sz="1800" kern="0" spc="0" dirty="0" err="1">
                <a:solidFill>
                  <a:srgbClr val="CC33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dauert"</a:t>
            </a:r>
            <a:r>
              <a:rPr lang="de-CH" sz="1800" kern="0" spc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,stunden,</a:t>
            </a:r>
            <a:r>
              <a:rPr lang="de-CH" sz="1800" kern="0" spc="0" dirty="0" err="1">
                <a:solidFill>
                  <a:srgbClr val="CC33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"Stunden</a:t>
            </a:r>
            <a:r>
              <a:rPr lang="de-CH" sz="1800" kern="0" spc="0" dirty="0">
                <a:solidFill>
                  <a:srgbClr val="CC33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."</a:t>
            </a:r>
            <a:r>
              <a:rPr lang="de-CH" sz="1800" kern="0" spc="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endParaRPr lang="de-CH" sz="1800" kern="750" spc="30" dirty="0">
              <a:effectLst/>
              <a:latin typeface="Aptos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de-CH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DD10D84-DCC0-4929-8EF3-0C195DD04E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560554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CH" dirty="0"/>
              <a:t>Verständnisfragen: Thema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Frage</a:t>
            </a:r>
          </a:p>
          <a:p>
            <a:endParaRPr lang="de-CH" dirty="0"/>
          </a:p>
          <a:p>
            <a:r>
              <a:rPr lang="de-CH" dirty="0">
                <a:solidFill>
                  <a:srgbClr val="C00000"/>
                </a:solidFill>
              </a:rPr>
              <a:t>Antwort</a:t>
            </a:r>
          </a:p>
          <a:p>
            <a:endParaRPr lang="de-CH" dirty="0"/>
          </a:p>
          <a:p>
            <a:r>
              <a:rPr lang="de-CH" dirty="0"/>
              <a:t>Frage</a:t>
            </a:r>
          </a:p>
          <a:p>
            <a:endParaRPr lang="de-CH" dirty="0"/>
          </a:p>
          <a:p>
            <a:r>
              <a:rPr lang="de-CH" dirty="0">
                <a:solidFill>
                  <a:srgbClr val="C00000"/>
                </a:solidFill>
              </a:rPr>
              <a:t>Antwort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31B90014-B425-4C18-8AD7-8853522E9754}"/>
              </a:ext>
            </a:extLst>
          </p:cNvPr>
          <p:cNvSpPr/>
          <p:nvPr/>
        </p:nvSpPr>
        <p:spPr>
          <a:xfrm>
            <a:off x="670190" y="2348880"/>
            <a:ext cx="6408712" cy="86409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latin typeface="Aptos" panose="020B0004020202020204" pitchFamily="34" charset="0"/>
              </a:rPr>
              <a:t>Antwort hier darunter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0C78D108-2F2E-43CC-9A46-4BF3388C2446}"/>
              </a:ext>
            </a:extLst>
          </p:cNvPr>
          <p:cNvSpPr/>
          <p:nvPr/>
        </p:nvSpPr>
        <p:spPr>
          <a:xfrm>
            <a:off x="670190" y="3969905"/>
            <a:ext cx="6408712" cy="86409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CH" dirty="0">
                <a:latin typeface="Aptos" panose="020B0004020202020204" pitchFamily="34" charset="0"/>
              </a:rPr>
              <a:t>Antwort hier darunter</a:t>
            </a:r>
          </a:p>
        </p:txBody>
      </p:sp>
    </p:spTree>
    <p:extLst>
      <p:ext uri="{BB962C8B-B14F-4D97-AF65-F5344CB8AC3E}">
        <p14:creationId xmlns:p14="http://schemas.microsoft.com/office/powerpoint/2010/main" val="12144082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EDB2A77-7F8D-46CE-BC65-7356B5F91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Zusammenfassung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8A48EC-C020-4BD9-AE0F-52ED14229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55AF7AF-BE3C-4CD6-A12C-A99059CB1E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95569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65E2BA-5DD8-4D80-A246-5D0851C49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Fachbegriffe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CD1A9CC-430F-42C6-A1A3-C43BA756E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CB9644B-1922-4347-924D-936185A593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C6AE60A-B69C-4790-82F7-3882EDF23186}" type="slidenum">
              <a:rPr lang="de-DE" smtClean="0"/>
              <a:pPr/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53159849"/>
      </p:ext>
    </p:extLst>
  </p:cSld>
  <p:clrMapOvr>
    <a:masterClrMapping/>
  </p:clrMapOvr>
</p:sld>
</file>

<file path=ppt/theme/theme1.xml><?xml version="1.0" encoding="utf-8"?>
<a:theme xmlns:a="http://schemas.openxmlformats.org/drawingml/2006/main" name="FolienmasterBBB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enutzerdefiniert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b38ca12-2597-4934-8e78-7ca1baa38ae3" xsi:nil="true"/>
    <lcf76f155ced4ddcb4097134ff3c332f xmlns="29d7d916-f23c-4da1-926a-06f6ae5a8c6e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9657EC4E4F5B59429A0294058D814CCB" ma:contentTypeVersion="16" ma:contentTypeDescription="Ein neues Dokument erstellen." ma:contentTypeScope="" ma:versionID="ba4718ee2ef0710272eddb74d36c33d6">
  <xsd:schema xmlns:xsd="http://www.w3.org/2001/XMLSchema" xmlns:xs="http://www.w3.org/2001/XMLSchema" xmlns:p="http://schemas.microsoft.com/office/2006/metadata/properties" xmlns:ns2="29d7d916-f23c-4da1-926a-06f6ae5a8c6e" xmlns:ns3="bb38ca12-2597-4934-8e78-7ca1baa38ae3" targetNamespace="http://schemas.microsoft.com/office/2006/metadata/properties" ma:root="true" ma:fieldsID="610539f2c33b0910fb4bca08d5a68dba" ns2:_="" ns3:_="">
    <xsd:import namespace="29d7d916-f23c-4da1-926a-06f6ae5a8c6e"/>
    <xsd:import namespace="bb38ca12-2597-4934-8e78-7ca1baa38a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d7d916-f23c-4da1-926a-06f6ae5a8c6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Bildmarkierungen" ma:readOnly="false" ma:fieldId="{5cf76f15-5ced-4ddc-b409-7134ff3c332f}" ma:taxonomyMulti="true" ma:sspId="e2a0cf6c-e0ff-4174-9cd1-9cd881f730d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38ca12-2597-4934-8e78-7ca1baa38ae3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2325685-3837-48aa-9fde-f2ba7d6e6d37}" ma:internalName="TaxCatchAll" ma:showField="CatchAllData" ma:web="bb38ca12-2597-4934-8e78-7ca1baa38ae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2957D2-0D96-44AD-AA4A-CA82B39C702E}">
  <ds:schemaRefs>
    <ds:schemaRef ds:uri="http://purl.org/dc/elements/1.1/"/>
    <ds:schemaRef ds:uri="http://schemas.microsoft.com/office/2006/metadata/properties"/>
    <ds:schemaRef ds:uri="29d7d916-f23c-4da1-926a-06f6ae5a8c6e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C7D8BDE-C694-4EBB-95A3-AFB06ED0B7A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CF308B-3EBB-4A20-AAC3-FC88C6E79F2E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106</Words>
  <Application>Microsoft Office PowerPoint</Application>
  <PresentationFormat>Breitbild</PresentationFormat>
  <Paragraphs>34</Paragraphs>
  <Slides>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5" baseType="lpstr">
      <vt:lpstr>Aptos</vt:lpstr>
      <vt:lpstr>Arial</vt:lpstr>
      <vt:lpstr>Calibri</vt:lpstr>
      <vt:lpstr>Consolas</vt:lpstr>
      <vt:lpstr>Symbol</vt:lpstr>
      <vt:lpstr>Wingdings</vt:lpstr>
      <vt:lpstr>FolienmasterBBB</vt:lpstr>
      <vt:lpstr>PowerPoint-Präsentation</vt:lpstr>
      <vt:lpstr>Inhalt</vt:lpstr>
      <vt:lpstr>Einstiegsfrage / Vorwissen</vt:lpstr>
      <vt:lpstr>Thema 1</vt:lpstr>
      <vt:lpstr>Thema 1</vt:lpstr>
      <vt:lpstr>Verständnisfragen: Thema</vt:lpstr>
      <vt:lpstr>Zusammenfassung</vt:lpstr>
      <vt:lpstr>Fachbegriffe</vt:lpstr>
    </vt:vector>
  </TitlesOfParts>
  <Manager/>
  <Company>Berufsfachschule Baden BBB, IT-School / www.bbbaden.ch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Präsentation PR_</dc:title>
  <dc:subject>Modul xxx</dc:subject>
  <dc:creator>Vorname Nachname</dc:creator>
  <dc:description>CC-BY-NC-SA_x000d_
https://creativecommons.org/licenses/by-nc-sa/4.0/legalcode</dc:description>
  <cp:lastModifiedBy>Benedikt.Sutter</cp:lastModifiedBy>
  <cp:revision>20</cp:revision>
  <dcterms:created xsi:type="dcterms:W3CDTF">2018-11-16T14:42:52Z</dcterms:created>
  <dcterms:modified xsi:type="dcterms:W3CDTF">2024-07-02T06:37:56Z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0x0101009657EC4E4F5B59429A0294058D814CCB</vt:lpwstr>
  </property>
  <property fmtid="{D5CDD505-2E9C-101B-9397-08002B2CF9AE}" pid="3" name="Order">
    <vt:r8>2800</vt:r8>
  </property>
  <property fmtid="{D5CDD505-2E9C-101B-9397-08002B2CF9AE}" pid="4" name="MediaServiceImageTags">
    <vt:lpwstr/>
  </property>
</Properties>
</file>